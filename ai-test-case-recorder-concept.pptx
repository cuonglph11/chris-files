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 Test Case Recorder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</a:rPr>
              <a:t>From Manual Recording to Reusable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Concept Brief — 24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</a:rPr>
              <a:t>Record once, generate high-fidelity scripts across stacks.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Opportunity &amp; Pain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30352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B923C"/>
                </a:solidFill>
              </a:rPr>
              <a:t>Manual Recording is Fragile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Browser recorder output rarely maps 1:1 to engineering code, forcing QA to rewrite interactions and selectors from scratch.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493776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472B6"/>
                </a:solidFill>
              </a:rPr>
              <a:t>Automation Talent Bottleneck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Few testers can code across Selenium, Playwright, Cypress, so handoffs pile up and regression suites lag behind releases.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515600" cy="201168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4ADE80"/>
                </a:solidFill>
              </a:rPr>
              <a:t>AI Leverage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High-quality traces plus structure-aware generation lets us convert natural tester flows into consistent, repo-ready scripts with minimal human editing.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the Micro-Tool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657600" cy="34747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8BDF8"/>
                </a:solidFill>
              </a:rPr>
              <a:t>Recorder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Chrome extension built on CDP captures clicks, inputs, waits, screenshots, network data with resilient selectors.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3657600" cy="34747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8BDF8"/>
                </a:solidFill>
              </a:rPr>
              <a:t>Spec Generator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Claude Sonnet summarizes traces into canonical steps with expected outcomes, data tables, and reusable fixtures.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828800"/>
            <a:ext cx="3017520" cy="34747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8BDF8"/>
                </a:solidFill>
              </a:rPr>
              <a:t>Code Emitter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Cursor codex produces stack-specific scripts (Selenium Java, Playwright TS, Cypress) mirroring existing repo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86400"/>
            <a:ext cx="10698480" cy="100584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4ADE80"/>
                </a:solidFill>
              </a:rPr>
              <a:t>Customization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Paste a GitHub repo or describe the desired architecture to inherit base classes, hooks, and lint rules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Recorder → Spec →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82880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Record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Tester starts/stops capture; DOM + timing stored as enriched trace.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828800"/>
            <a:ext cx="182880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Normalize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Service deduplicates events, resolves selectors, adds assertions.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828800"/>
            <a:ext cx="182880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Spec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LLM drafts step table + expected results for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182880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Select Stack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User picks Selenium/Playwright/etc. + language + repo mode.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0"/>
            <a:ext cx="182880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Generate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Cursor emits code, fixtures, README snippet, screenshots.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0" y="1828800"/>
            <a:ext cx="1828800" cy="16459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Publish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Download zip or auto-PR into chosen repo branch.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698480" cy="7315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B923C"/>
                </a:solidFill>
              </a:rPr>
              <a:t>Recorder Layer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Chromium DevTools Protocol, Manifest V3 extension, local encryption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1069848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Ingestion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FastAPI + Redis queue, trace normalization workers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698480" cy="7315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AI Planning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Claude Sonnet for specs, local embeddings for selector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1069848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Codegen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Cursor codex workspace mode, repo-aware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10698480" cy="7315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8BDF8"/>
                </a:solidFill>
              </a:rPr>
              <a:t>Delivery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GitHub App for PRs, ZIP download service, Slack/Zalo hooks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Roadmap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474720" cy="34747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4ADE80"/>
                </a:solidFill>
              </a:rPr>
              <a:t>Phase 0 — Discovery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Map recorder requirements with QA leads, confirm target stacks, collect sample repos.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828800"/>
            <a:ext cx="3474720" cy="34747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B923C"/>
                </a:solidFill>
              </a:rPr>
              <a:t>Phase 1 — Prototype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Build capture extension + normalization pipeline, generate Playwright TS scripts for 3 sample 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828800"/>
            <a:ext cx="3474720" cy="3474720"/>
          </a:xfrm>
          <a:prstGeom prst="rect">
            <a:avLst/>
          </a:prstGeom>
          <a:solidFill>
            <a:srgbClr val="1A253C"/>
          </a:solidFill>
          <a:ln>
            <a:solidFill>
              <a:srgbClr val="1A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472B6"/>
                </a:solidFill>
              </a:rPr>
              <a:t>Phase 2 — Pilot</a:t>
            </a:r>
          </a:p>
          <a:p>
            <a:pPr>
              <a:lnSpc>
                <a:spcPct val="120000"/>
              </a:lnSpc>
              <a:defRPr sz="1600">
                <a:solidFill>
                  <a:srgbClr val="CBD5E1"/>
                </a:solidFill>
              </a:defRPr>
            </a:pPr>
            <a:r>
              <a:t>Add repo-aware codegen, integrate GitHub App, run closed beta with QA squad.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</a:rPr>
              <a:t>Success = 80% of generated scripts merged without manual rewrites within 1 sprint.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